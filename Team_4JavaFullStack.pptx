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tableStyles" Target="tableStyles.xml"/><Relationship Id="rId8" Type="http://schemas.openxmlformats.org/officeDocument/2006/relationships/viewProps" Target="viewProps.xml"/><Relationship Id="rId7" Type="http://schemas.openxmlformats.org/officeDocument/2006/relationships/presProps" Target="presProps.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06880" y="1345565"/>
            <a:ext cx="6640830" cy="3282315"/>
          </a:xfrm>
        </p:spPr>
        <p:txBody>
          <a:bodyPr>
            <a:normAutofit fontScale="90000"/>
          </a:bodyPr>
          <a:lstStyle/>
          <a:p>
            <a:pPr algn="l"/>
            <a:r>
              <a:rPr lang="en-US" altLang="en-US" b="1" dirty="0"/>
              <a:t>PROBLEM TITLE:</a:t>
            </a:r>
            <a:br>
              <a:rPr lang="en-US" altLang="en-US" dirty="0"/>
            </a:br>
            <a:r>
              <a:rPr lang="en-US" altLang="en-US" dirty="0"/>
              <a:t>E-PHARMACY</a:t>
            </a:r>
            <a:r>
              <a:rPr lang="en-IN" altLang="en-US" dirty="0"/>
              <a:t> </a:t>
            </a:r>
            <a:r>
              <a:rPr lang="en-US" altLang="en-US" dirty="0"/>
              <a:t>APPLICATION</a:t>
            </a:r>
            <a:br>
              <a:rPr lang="en-US" altLang="en-US" dirty="0"/>
            </a:br>
            <a:r>
              <a:rPr lang="en-US" altLang="en-US" dirty="0"/>
              <a:t>DOORSTEP DELIVERY</a:t>
            </a:r>
            <a:endParaRPr lang="en-US" altLang="en-US" dirty="0"/>
          </a:p>
        </p:txBody>
      </p:sp>
      <p:sp>
        <p:nvSpPr>
          <p:cNvPr id="3" name="Subtitle 2"/>
          <p:cNvSpPr>
            <a:spLocks noGrp="1"/>
          </p:cNvSpPr>
          <p:nvPr>
            <p:ph type="subTitle" idx="1"/>
          </p:nvPr>
        </p:nvSpPr>
        <p:spPr>
          <a:xfrm>
            <a:off x="8839835" y="4874895"/>
            <a:ext cx="3079750" cy="1644650"/>
          </a:xfrm>
        </p:spPr>
        <p:txBody>
          <a:bodyPr>
            <a:normAutofit lnSpcReduction="20000"/>
          </a:bodyPr>
          <a:lstStyle/>
          <a:p>
            <a:pPr algn="just"/>
            <a:r>
              <a:rPr lang="en-US" altLang="en-US"/>
              <a:t>A.INDHU(6658)</a:t>
            </a:r>
            <a:endParaRPr lang="en-US" altLang="en-US"/>
          </a:p>
          <a:p>
            <a:pPr algn="just"/>
            <a:r>
              <a:rPr lang="en-US" altLang="en-US"/>
              <a:t>P.AMRUTHA(6632)</a:t>
            </a:r>
            <a:endParaRPr lang="en-US" altLang="en-US"/>
          </a:p>
          <a:p>
            <a:pPr algn="just"/>
            <a:r>
              <a:rPr lang="en-US" altLang="en-US"/>
              <a:t>S.SNEHITHA(6624)</a:t>
            </a:r>
            <a:endParaRPr lang="en-US" altLang="en-US"/>
          </a:p>
          <a:p>
            <a:pPr algn="just"/>
            <a:r>
              <a:rPr lang="en-US" altLang="en-US"/>
              <a:t>N.AKSHITHA(6615)</a:t>
            </a:r>
            <a:endParaRPr lang="en-US" altLang="en-US"/>
          </a:p>
        </p:txBody>
      </p:sp>
      <p:pic>
        <p:nvPicPr>
          <p:cNvPr id="4" name="Picture 3"/>
          <p:cNvPicPr>
            <a:picLocks noChangeAspect="1"/>
          </p:cNvPicPr>
          <p:nvPr/>
        </p:nvPicPr>
        <p:blipFill>
          <a:blip r:embed="rId1"/>
          <a:stretch>
            <a:fillRect/>
          </a:stretch>
        </p:blipFill>
        <p:spPr>
          <a:xfrm>
            <a:off x="635000" y="229235"/>
            <a:ext cx="3537585" cy="126873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384935"/>
            <a:ext cx="10515600" cy="804545"/>
          </a:xfrm>
        </p:spPr>
        <p:txBody>
          <a:bodyPr>
            <a:normAutofit/>
          </a:bodyPr>
          <a:p>
            <a:r>
              <a:rPr lang="en-IN" altLang="en-US"/>
              <a:t>PROBLEM STATEMENT</a:t>
            </a:r>
            <a:endParaRPr lang="en-IN" altLang="en-US"/>
          </a:p>
        </p:txBody>
      </p:sp>
      <p:sp>
        <p:nvSpPr>
          <p:cNvPr id="3" name="Content Placeholder 2"/>
          <p:cNvSpPr>
            <a:spLocks noGrp="1"/>
          </p:cNvSpPr>
          <p:nvPr>
            <p:ph idx="1"/>
          </p:nvPr>
        </p:nvSpPr>
        <p:spPr>
          <a:xfrm>
            <a:off x="838200" y="2324735"/>
            <a:ext cx="10515600" cy="3852545"/>
          </a:xfrm>
        </p:spPr>
        <p:txBody>
          <a:bodyPr/>
          <a:p>
            <a:pPr marL="0" indent="0">
              <a:buNone/>
            </a:pPr>
            <a:r>
              <a:rPr lang="en-US" altLang="en-US" sz="2400"/>
              <a:t>Theme: Healthcare &amp; Digital Pharmacy</a:t>
            </a:r>
            <a:endParaRPr lang="en-US" altLang="en-US" sz="2400"/>
          </a:p>
          <a:p>
            <a:pPr marL="0" indent="0">
              <a:buNone/>
            </a:pPr>
            <a:r>
              <a:rPr lang="en-US" altLang="en-US" sz="2400"/>
              <a:t>Traditional pharmacies require in-person visits, causing inconvenience, especially for elderly and disabled individuals. Manual prescription handling leads to errors and delays.Patients struggle with tracking recurring medications and refilling prescriptions on time. Lack of real-time order tracking causes uncertainty in medicine delivery.Inefficient inventory management in physical stores results in medicine unavailability.</a:t>
            </a:r>
            <a:endParaRPr lang="en-US" altLang="en-US" sz="2400"/>
          </a:p>
        </p:txBody>
      </p:sp>
      <p:pic>
        <p:nvPicPr>
          <p:cNvPr id="4" name="Picture 3"/>
          <p:cNvPicPr>
            <a:picLocks noChangeAspect="1"/>
          </p:cNvPicPr>
          <p:nvPr/>
        </p:nvPicPr>
        <p:blipFill>
          <a:blip r:embed="rId1"/>
          <a:stretch>
            <a:fillRect/>
          </a:stretch>
        </p:blipFill>
        <p:spPr>
          <a:xfrm>
            <a:off x="592455" y="323850"/>
            <a:ext cx="3803015" cy="106172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2052320"/>
            <a:ext cx="10515600" cy="4016375"/>
          </a:xfrm>
        </p:spPr>
        <p:txBody>
          <a:bodyPr>
            <a:normAutofit fontScale="90000"/>
          </a:bodyPr>
          <a:p>
            <a:pPr algn="just"/>
            <a:br>
              <a:rPr lang="en-IN" altLang="en-US"/>
            </a:br>
            <a:r>
              <a:rPr lang="en-US" altLang="en-US" sz="2665">
                <a:latin typeface="+mn-lt"/>
                <a:cs typeface="+mn-lt"/>
              </a:rPr>
              <a:t>The E-Pharmacy Application simplifies online medicine purchases by allowing users to browse medicines, upload e-prescriptions, set up automated refills, and track orders in real-time. The platform also supports multiple delivery addresses, allowing users to switch between saved locations effortlessly. Additionally, it provides personalized medicine reminders to help users manage their prescriptions effectively.An Admin Dashboard enables efficient inventory management, stock updates, and prescription verification.</a:t>
            </a:r>
            <a:r>
              <a:rPr lang="en-IN" altLang="en-US" sz="2665">
                <a:latin typeface="+mn-lt"/>
                <a:cs typeface="+mn-lt"/>
              </a:rPr>
              <a:t> </a:t>
            </a:r>
            <a:r>
              <a:rPr lang="en-US" altLang="en-US" sz="2665">
                <a:latin typeface="+mn-lt"/>
                <a:cs typeface="+mn-lt"/>
              </a:rPr>
              <a:t>Built with a modern tech stack, the frontend uses React.js for a responsive UI, while the backend is powered by Java (Spring Boot) for secure API handling. MySQL manages structured data, with Redis caching for faster access</a:t>
            </a:r>
            <a:r>
              <a:rPr lang="en-IN" altLang="en-US" sz="2665">
                <a:latin typeface="+mn-lt"/>
                <a:cs typeface="+mn-lt"/>
              </a:rPr>
              <a:t>.</a:t>
            </a:r>
            <a:r>
              <a:rPr lang="en-US" altLang="en-US" sz="2665">
                <a:latin typeface="+mn-lt"/>
                <a:cs typeface="+mn-lt"/>
              </a:rPr>
              <a:t>This system provides a secure, efficient, and user-friendly solution for online pharmacy management</a:t>
            </a:r>
            <a:endParaRPr lang="en-US" altLang="en-US" sz="2665">
              <a:latin typeface="+mn-lt"/>
              <a:cs typeface="+mn-lt"/>
            </a:endParaRPr>
          </a:p>
        </p:txBody>
      </p:sp>
      <p:pic>
        <p:nvPicPr>
          <p:cNvPr id="4" name="Content Placeholder 3"/>
          <p:cNvPicPr>
            <a:picLocks noChangeAspect="1"/>
          </p:cNvPicPr>
          <p:nvPr>
            <p:ph idx="1"/>
          </p:nvPr>
        </p:nvPicPr>
        <p:blipFill>
          <a:blip r:embed="rId1"/>
          <a:stretch>
            <a:fillRect/>
          </a:stretch>
        </p:blipFill>
        <p:spPr>
          <a:xfrm>
            <a:off x="561340" y="240665"/>
            <a:ext cx="3854450" cy="1195705"/>
          </a:xfrm>
          <a:prstGeom prst="rect">
            <a:avLst/>
          </a:prstGeom>
        </p:spPr>
      </p:pic>
      <p:sp>
        <p:nvSpPr>
          <p:cNvPr id="5" name="Text Box 4"/>
          <p:cNvSpPr txBox="1"/>
          <p:nvPr/>
        </p:nvSpPr>
        <p:spPr>
          <a:xfrm>
            <a:off x="910590" y="1351915"/>
            <a:ext cx="7004050" cy="932180"/>
          </a:xfrm>
          <a:prstGeom prst="rect">
            <a:avLst/>
          </a:prstGeom>
        </p:spPr>
        <p:txBody>
          <a:bodyPr>
            <a:noAutofit/>
          </a:bodyPr>
          <a:p>
            <a:r>
              <a:rPr lang="en-IN" sz="4400">
                <a:latin typeface="+mj-lt"/>
                <a:cs typeface="+mj-lt"/>
              </a:rPr>
              <a:t>ABSTRACT</a:t>
            </a:r>
            <a:endParaRPr lang="en-IN" sz="4400">
              <a:latin typeface="+mj-lt"/>
              <a:cs typeface="+mj-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IN" altLang="en-US"/>
          </a:p>
        </p:txBody>
      </p:sp>
      <p:sp>
        <p:nvSpPr>
          <p:cNvPr id="3" name="Content Placeholder 2"/>
          <p:cNvSpPr>
            <a:spLocks noGrp="1"/>
          </p:cNvSpPr>
          <p:nvPr>
            <p:ph idx="1"/>
          </p:nvPr>
        </p:nvSpPr>
        <p:spPr>
          <a:xfrm>
            <a:off x="2974975" y="2517140"/>
            <a:ext cx="8378825" cy="3660140"/>
          </a:xfrm>
        </p:spPr>
        <p:txBody>
          <a:bodyPr/>
          <a:p>
            <a:pPr marL="0" indent="0">
              <a:buNone/>
            </a:pPr>
            <a:r>
              <a:rPr lang="en-IN" altLang="en-US" sz="8800">
                <a:latin typeface="+mj-lt"/>
                <a:cs typeface="+mj-lt"/>
              </a:rPr>
              <a:t>THANK YOU</a:t>
            </a:r>
            <a:endParaRPr lang="en-IN" altLang="en-US" sz="8800">
              <a:latin typeface="+mj-lt"/>
              <a:cs typeface="+mj-lt"/>
            </a:endParaRPr>
          </a:p>
        </p:txBody>
      </p:sp>
      <p:pic>
        <p:nvPicPr>
          <p:cNvPr id="4" name="Content Placeholder 3"/>
          <p:cNvPicPr>
            <a:picLocks noChangeAspect="1"/>
          </p:cNvPicPr>
          <p:nvPr/>
        </p:nvPicPr>
        <p:blipFill>
          <a:blip r:embed="rId1"/>
          <a:stretch>
            <a:fillRect/>
          </a:stretch>
        </p:blipFill>
        <p:spPr>
          <a:xfrm>
            <a:off x="561340" y="240665"/>
            <a:ext cx="3854450" cy="119570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1456</Words>
  <Application>WPS Presentation</Application>
  <PresentationFormat>Widescreen</PresentationFormat>
  <Paragraphs>18</Paragraphs>
  <Slides>4</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4</vt:i4>
      </vt:variant>
    </vt:vector>
  </HeadingPairs>
  <TitlesOfParts>
    <vt:vector size="17" baseType="lpstr">
      <vt:lpstr>Arial</vt:lpstr>
      <vt:lpstr>SimSun</vt:lpstr>
      <vt:lpstr>Wingdings</vt:lpstr>
      <vt:lpstr>Calibri Light</vt:lpstr>
      <vt:lpstr>Calibri</vt:lpstr>
      <vt:lpstr>Microsoft YaHei</vt:lpstr>
      <vt:lpstr>Arial Unicode MS</vt:lpstr>
      <vt:lpstr>Century Schoolbook</vt:lpstr>
      <vt:lpstr>Bahnschrift SemiBold</vt:lpstr>
      <vt:lpstr>Bahnschrift SemiBold Condensed</vt:lpstr>
      <vt:lpstr>Californian FB</vt:lpstr>
      <vt:lpstr>Arial Black</vt:lpstr>
      <vt:lpstr>Office Theme</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PROBLEM TITLE: E-PHARMACY APPLICATION DOORSTEP DELIVERY</dc:title>
  <dc:creator/>
  <cp:lastModifiedBy>indhu ambati</cp:lastModifiedBy>
  <cp:revision>2</cp:revision>
  <dcterms:created xsi:type="dcterms:W3CDTF">2025-03-19T12:18:38Z</dcterms:created>
  <dcterms:modified xsi:type="dcterms:W3CDTF">2025-03-19T12:34:42Z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6A368943FD2248F4AF8E7A74F5434645_13</vt:lpwstr>
  </property>
  <property fmtid="{D5CDD505-2E9C-101B-9397-08002B2CF9AE}" pid="3" name="KSOProductBuildVer">
    <vt:lpwstr>1033-12.2.0.20326</vt:lpwstr>
  </property>
</Properties>
</file>